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Países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D2E"/>
              </a:solidFill>
              <a:effectLst/>
            </c:spPr>
          </c:dPt>
          <c:dPt>
            <c:idx val="1"/>
            <c:bubble3D val="0"/>
            <c:spPr>
              <a:solidFill>
                <a:srgbClr val="14543F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Estatal</c:v>
                </c:pt>
                <c:pt idx="1">
                  <c:v>Híbrido</c:v>
                </c:pt>
                <c:pt idx="2">
                  <c:v>Privado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14</c:v>
                </c:pt>
                <c:pt idx="1">
                  <c:v>7</c:v>
                </c:pt>
                <c:pt idx="2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C2B2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População (milhões)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D2E"/>
              </a:solidFill>
              <a:effectLst/>
            </c:spPr>
          </c:dPt>
          <c:dPt>
            <c:idx val="1"/>
            <c:bubble3D val="0"/>
            <c:spPr>
              <a:solidFill>
                <a:srgbClr val="14543F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Estatal</c:v>
                </c:pt>
                <c:pt idx="1">
                  <c:v>Híbrido</c:v>
                </c:pt>
                <c:pt idx="2">
                  <c:v>Privado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3731</c:v>
                </c:pt>
                <c:pt idx="1">
                  <c:v>620</c:v>
                </c:pt>
                <c:pt idx="2">
                  <c:v>185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C2B2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AO GRUPO DE TRANSIÇÃO DE GOVERNO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972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Logístico Nacional: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Brasil no comando da circulação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suas mercadorias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58952" y="45262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D9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certificação pela Casa da Moeda como o instrumento para saber, em tempo real, o que entra, o que circula e o que sai do país — no modelo das nações que já fizeram isso.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58952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pesquisa comparativa em 23 países e 40 operadores de certificação  ·  Julho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logístico é saber o que circula —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certificação é como se faz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é o controle da circulação de mercadorias no país: tudo o que entra, tudo o que circula e tudo o que sai. A certificação — selos, lacres, identidades digitais — é o instrumento que torna esse controle possível.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E9F0E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520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4069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Portos, aeroportos e fronteiras: carga identificada e lacrada na chegada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13632" y="38404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26280" y="333756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F5EED6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3520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54880" y="4069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Rodovias, ferrovias e armazéns: integridade verificada em cada passagem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91272" y="384048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503920" y="333756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E9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3520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32520" y="40690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Exportações com identidade digital aceita nos mercados compradores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camada única de confiança — Casa da Moeda:  </a:t>
            </a:r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segura de cada produto e carga, registro de cada evento, marca nacional de conformidade. Um padrão para todos os modais e todos os setores.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PAÍS PASSA A ENXERGAR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perguntas que hoje ninguém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 — e passariam a ter resposta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E9F0EC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está circulando?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41248" y="32004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carga com identidade única, visível para Receita, PRF, ANTT e aduanas em painéis em tempo real.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5146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5EED6"/>
          </a:solidFill>
          <a:ln/>
        </p:spPr>
      </p:sp>
      <p:sp>
        <p:nvSpPr>
          <p:cNvPr id="8" name="Text 6"/>
          <p:cNvSpPr/>
          <p:nvPr/>
        </p:nvSpPr>
        <p:spPr>
          <a:xfrm>
            <a:off x="6510528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 íntegro?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10528" y="32004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Lacres eletrônicos certificados acusam violação, desvio de rota e parada indevida — com alerta automático.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E9F0EC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663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original?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1248" y="51663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Selos e marcações permitem a qualquer fiscal — ou consumidor — verificar a autenticidade pelo celular.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48056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5EED6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4663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responde por isso?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10528" y="51663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custódia registrada: quem lacrou, quem transportou, quem abriu, quando e onde.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PANORAMA MUNDIAL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5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da circulação é função de Estado —</a:t>
            </a:r>
            <a:endParaRPr lang="en-US" sz="35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5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os melhores operadores são estatais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77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ESTATAIS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14600" y="24688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Alemanha (Bundesdruckerei) · Coreia do Sul (KOMSCO) · França (IN Groupe) · Filipinas (APO) · Polônia (PWPW) · Austrália (NPA/Banco Central) · Emirados (Oumolat/BC) · Japão (National Printing Bureau) · Singapura (GovTech) · México (SAT) — todas operam certificação, selos ou identidade em nome do Estado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8587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4543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8862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14600" y="376732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 Europeia (emissores públicos + operador contratado) · China–Hong Kong (aduanas acreditam, mercado fornece) · União Eurasiática (tratado + operadores nacionais) · Quênia e Turquia (autoridade tributária + fornecedor contratado, com salvaguardas)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157216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1846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14600" y="5065776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Rússia (PPP majoritariamente privada) · Canadá (fornecedor privado de passaportes) — e mesmo estes operam sob contrato, lei e fiscalização do Estado. Não existe certificação nacional fora do contexto estatal: a diferença é apenas quem executa.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países de referência, quem certifica em nome do Estado é uma empresa pública — em geral a própria casa da moeda ou gráfica de segurança nacional.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EXECUTA, NO MUNDO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 dos modelos: o estatal domina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número de países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2377440"/>
          <a:ext cx="4937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4652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população coberta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446520" y="2377440"/>
          <a:ext cx="4937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os 23 países com sistemas mapeados na pesquisa (Etapas 1 a 3). Populações aproximadas; classificação pelo operador principal do sistema de certificação/rastreio de cada país.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INTERNACIONAL · ALEMANHA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Bundesdruckerei: a gráfica que virou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 federal de tecnologia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738360" y="84124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0" y="8686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ESTATAL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Fundada em 1879, 100% da República Federal. Partiu de cédulas e selos fiscais e hoje entrega mais de 300 produtos de segurança a ministérios, estados e municípios — sob a bandeira declarada da soberania digital.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538728" cy="1828800"/>
          </a:xfrm>
          <a:prstGeom prst="roundRect">
            <a:avLst>
              <a:gd name="adj" fmla="val 6000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00400"/>
            <a:ext cx="3538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€ 1,11 bi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86384" y="398678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receita em 2024 — lucro multiplicado por 7 em quatro anos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3017520"/>
            <a:ext cx="3538728" cy="1828800"/>
          </a:xfrm>
          <a:prstGeom prst="roundRect">
            <a:avLst>
              <a:gd name="adj" fmla="val 6000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3200400"/>
            <a:ext cx="3538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99432" y="398678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receita já vem do digital: identidade, certificados e cibersegurança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74736" y="3017520"/>
            <a:ext cx="3538728" cy="1828800"/>
          </a:xfrm>
          <a:prstGeom prst="roundRect">
            <a:avLst>
              <a:gd name="adj" fmla="val 6000"/>
            </a:avLst>
          </a:prstGeom>
          <a:solidFill>
            <a:srgbClr val="E9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3200400"/>
            <a:ext cx="3538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412480" y="398678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só na área de digitalização do governo federal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983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4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portfólio de certificação: identidades e passaportes · certificados e selos eletrônicos de empresas (D-Trust, credenciada no padrão europeu) · assinatura digital · segurança de redes governamentais · selos fiscais e postais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B3D2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7150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lição: a mesma base industrial que imprime dinheiro é a plataforma natural para certificar o mundo físico e o digital — e o Estado alemão fez disso política de soberania.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INTERNACIONAL · COREIA DO SUL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KOMSCO: a casa da moeda que virou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nacional de confiança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738360" y="84124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0" y="8686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ESTATAL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casa da moeda coreana diversificou com decisão: identidade móvel nacional, primeira plataforma blockchain do setor público e marca-d’água de IA — certificação total, do físico ao digital.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86384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crescimento em 2025 — receita recorde de ₩ 639,5 bilhões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99432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receita vem de negócios além da moeda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74736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E9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Grau A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12480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avaliação nacional de empresas públicas em 2025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papel e tintas de segurança para mais de 40 países — tecnologia de confiança como produto de exportação.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3D2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60527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lição: quem detém a legitimidade de "guardião da autenticidade" pode convertê-la em serviços digitais de alto valor para toda a economia.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INTERNACIONAL · FRANÇA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Groupe: a estatal que virou líder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de identidade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738360" y="84124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0" y="8686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ESTATAL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Imprimerie Nationale refundou-se em torno da segurança e, em 2025, adquiriu a divisão de identidade digital da IDEMIA (~€ 1 bilhão) — criando um campeão nacional de tecnologia.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86384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quase triplicado desde a refundação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99432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margem líquida em 2024 — estatal altamente rentável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74736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E9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12480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resultados vêm de contratos internacionais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também a informação eletrônica de transporte de carga (eFTI) para o ministério francês dos transportes — certificação a serviço do controle logístico.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3D2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60527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lição: o Estado pode usar sua estatal de confiança para consolidar capacidade estratégica — inclusive comprando tecnologia de ponta quando faz sentido.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INTERNACIONAL · FILIPINAS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APO: a gráfica estatal que se sustenta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selo fiscal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738360" y="84124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0" y="8686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ESTATAL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gráfica oficial filipina opera o sistema de selos fiscais ponta a ponta para a Receita local desde 2014 — do pedido à verificação por aplicativo — remunerada por taxa por selo.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31,2 bi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86384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selos produzidos e rastreados desde 2014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US$ 1,3 bi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99432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 de arrecadação associada ao sistema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74736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E9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12480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lucro devolvido ao Tesouro — sem usar o orçamento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segue em expansão: novos produtos entraram no rastreio em 2022, sempre pela mesma estatal.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3D2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60527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lição: o desenho institucional é idêntico ao brasileiro (gráfica estatal + Receita Federal). O modelo se paga e financia o Estado.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INTERNACIONAL · SINGAPURA E ESTÔNIA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Países pequenos, execução estatal,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mundial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738360" y="84124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0" y="8686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Singapura opera o Singpass/CorpPass — identidade digital de pessoas e empresas, pela agência estatal GovTech — e exporta plataformas de certificados de origem eletrônicos. A Estônia assina tudo digitalmente com identidade estatal desde 2002.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app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86384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Singpass: toda a identidade digital do país numa credencial estatal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99432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de certificados de origem exportada para o mundo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74736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E9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12480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Estônia é referência mundial em identidade digital de Estado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60527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lição: não é preciso ser potência para liderar — é preciso uma âncora pública clara, padrão único e execução consistente.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LOGÍSTICO EM AÇÃO ·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China–Hong Kong: a aduana acredita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lacre, o mercado fornece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738360" y="84124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0" y="8686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lacre eletrônico + GPS acompanha a carga entre as duas aduanas, que acreditam os equipamentos. Qualquer fornecedor participa; a adesão é voluntária.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 → min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86384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liberação nos postos de fronteira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99432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liberação e mais de mil rotas em 2026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74736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E9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12480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carga intermodal ar-terra já usa o esquema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60527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desenho proposto para o Brasil: o poder público define o padrão e acredita o dispositivo; o mercado compete dentro dele.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LOGÍSTICO EM AÇÃO ·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África Oriental: quatro países,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plataforma pública de rastreio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738360" y="84124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0" y="8686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autoridades tributárias de Quênia, Uganda, Ruanda e RDC operam juntas o rastreio por lacre eletrônico e satélite, com centros de monitoramento 24×7 e equipes de resposta rápida na estrada.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 → 1,5 d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86384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trânsito Mombaça–Kampala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−76%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99432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desvio de carga; receita tributária +18%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74736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E9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US$ 4,4 mi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412480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 do sistema — 3 países, 12.707 km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para o transportador: substituiu nove operadores privados que cobravam até US$ 1.200 por viagem.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3D2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60527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 de que o controle logístico nacional não é caro: é a fragmentação que custa caro — em fila, desvio e burocracia.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LOGÍSTICO EM AÇÃO ·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778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União Eurasiática: o modelo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 Mercosul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738360" y="841248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0" y="8686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países assinaram tratado (2022), fixaram requisitos uniformes de lacre com participação do setor privado e designaram um operador nacional por país — com reconhecimento mútuo entre fronteiras.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países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86384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Rússia, Belarus, Cazaquistão, Armênia e Quirguistão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operador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99432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 autorizado por país — o desenho para a CMB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74736" y="2926080"/>
            <a:ext cx="3538728" cy="1965960"/>
          </a:xfrm>
          <a:prstGeom prst="roundRect">
            <a:avLst>
              <a:gd name="adj" fmla="val 5581"/>
            </a:avLst>
          </a:prstGeom>
          <a:solidFill>
            <a:srgbClr val="E9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3127248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fases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12480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gradual por categoria de produto desde 2023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60527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Substitua "operador nacional autorizado" por "Casa da Moeda do Brasil" — e tem-se o controle logístico do Mercosul.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OS PAÍSES INVESTEM NISSO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controle logístico paga a conta — e sobra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E9F0E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+US$ 133 mi/ano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arrecadação extra com o selo digital de cigarros na Califórnia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1688" y="214884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F5EED6"/>
          </a:solidFill>
          <a:ln/>
        </p:spPr>
      </p:sp>
      <p:sp>
        <p:nvSpPr>
          <p:cNvPr id="8" name="Text 6"/>
          <p:cNvSpPr/>
          <p:nvPr/>
        </p:nvSpPr>
        <p:spPr>
          <a:xfrm>
            <a:off x="4361688" y="2377440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36008" y="310896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receita tributária no Quênia após o rastreio eletrônico de cargas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74736" y="214884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E9F0EC"/>
          </a:solidFill>
          <a:ln/>
        </p:spPr>
      </p:sp>
      <p:sp>
        <p:nvSpPr>
          <p:cNvPr id="11" name="Text 9"/>
          <p:cNvSpPr/>
          <p:nvPr/>
        </p:nvSpPr>
        <p:spPr>
          <a:xfrm>
            <a:off x="8174736" y="2377440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−76%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449056" y="310896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desvio de carga no corredor da África Oriental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F5EED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80560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 de inspeção de fronteira com lacres eletrônicos (Univ. de Washington)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61688" y="425196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E9F0EC"/>
          </a:solidFill>
          <a:ln/>
        </p:spPr>
      </p:sp>
      <p:sp>
        <p:nvSpPr>
          <p:cNvPr id="17" name="Text 15"/>
          <p:cNvSpPr/>
          <p:nvPr/>
        </p:nvSpPr>
        <p:spPr>
          <a:xfrm>
            <a:off x="4361688" y="4480560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Minutos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36008" y="52120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horas na liberação de fronteira China–Hong Kong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74736" y="425196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F5EED6"/>
          </a:solidFill>
          <a:ln/>
        </p:spPr>
      </p:sp>
      <p:sp>
        <p:nvSpPr>
          <p:cNvPr id="20" name="Text 18"/>
          <p:cNvSpPr/>
          <p:nvPr/>
        </p:nvSpPr>
        <p:spPr>
          <a:xfrm>
            <a:off x="8174736" y="4480560"/>
            <a:ext cx="3538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US$ 2,5 bi/ano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49056" y="52120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mercado mundial de selos e rastreio, crescendo 8,7% ao ano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empresa, a mesma lógica: pagar centavos pelo lacre custa menos do que pagar milhares em espera, burocracia, perda e seguro.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COMPROVADA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Casa da Moeda já certifica o que o Brasil</a:t>
            </a:r>
            <a:endParaRPr lang="en-US" sz="35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 de mais sensível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3538728" cy="2606040"/>
          </a:xfrm>
          <a:prstGeom prst="roundRect">
            <a:avLst>
              <a:gd name="adj" fmla="val 4211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0"/>
            <a:ext cx="3538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Urna e passaporte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2990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lacres de segurança da urna eletrônica e o passaporte brasileiro saem da CMB — a confiança da democracia e da identidade nacional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1688" y="2697480"/>
            <a:ext cx="3538728" cy="2606040"/>
          </a:xfrm>
          <a:prstGeom prst="roundRect">
            <a:avLst>
              <a:gd name="adj" fmla="val 4211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61688" y="2926080"/>
            <a:ext cx="3538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R$ 1,65 bi/ano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36008" y="3749040"/>
            <a:ext cx="2990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a receita da CMB com selos e sistemas de rastreio de bebidas e cigarros em 2016 — escala de líder mundial, com contagem de produção em linha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74736" y="2697480"/>
            <a:ext cx="3538728" cy="2606040"/>
          </a:xfrm>
          <a:prstGeom prst="roundRect">
            <a:avLst>
              <a:gd name="adj" fmla="val 4211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4736" y="2926080"/>
            <a:ext cx="3538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milhões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449056" y="3749040"/>
            <a:ext cx="2990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selos de conformidade do Inmetro produzidos e vendidos só em 2025, com verificação pelo celular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Cédulas, moedas, selos fiscais, documentos: certificar é o que esta empresa faz há mais de 300 anos. O controle logístico é a extensão natural.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INSTALADA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sistema nacional já existe em partes.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reunir sob um padrão.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E9F0E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63347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Monopólios de confiança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312724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Cédulas, moedas, passaporte e selos fiscais — a CMB já é, por lei, a fábrica da autenticidade do Estado.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61688" y="246888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F5EED6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63347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e plataforma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312724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Impressão de segurança, personalização criptográfica e plataforma própria de autenticidade e rastreamento.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74736" y="246888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E9F0EC"/>
          </a:solidFill>
          <a:ln/>
        </p:spPr>
      </p:sp>
      <p:sp>
        <p:nvSpPr>
          <p:cNvPr id="11" name="Text 9"/>
          <p:cNvSpPr/>
          <p:nvPr/>
        </p:nvSpPr>
        <p:spPr>
          <a:xfrm>
            <a:off x="8430768" y="263347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de ponta, aberta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30768" y="312724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aberto a fornecedores globais de chips e lacres — com transferência de tecnologia e a Ceitec como parceira nacional para aprender e crescer.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F5EED6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64515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jurídico pronto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513892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Eletrônico da ICP-Brasil (ITI, 2024) e o padrão Brasil-ID (Convênio ICMS 12/2013) já aprovados.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61688" y="448056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E9F0EC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464515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leitura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17720" y="513892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Antenas e leitores previstos nos programas federais de fiscalização — o elo que falta é o padrão único de lacre e identidade.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74736" y="448056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F5EED6"/>
          </a:solidFill>
          <a:ln/>
        </p:spPr>
      </p:sp>
      <p:sp>
        <p:nvSpPr>
          <p:cNvPr id="20" name="Text 18"/>
          <p:cNvSpPr/>
          <p:nvPr/>
        </p:nvSpPr>
        <p:spPr>
          <a:xfrm>
            <a:off x="8430768" y="464515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regional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30768" y="513892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ativa com a Casa de Moneda argentina e adesão do Brasil ao World Logistics Passport (Santos e Viracopos).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estradas estão sendo feitas.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a camada de confiança.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538728" cy="3749040"/>
          </a:xfrm>
          <a:prstGeom prst="roundRect">
            <a:avLst>
              <a:gd name="adj" fmla="val 3101"/>
            </a:avLst>
          </a:prstGeom>
          <a:solidFill>
            <a:srgbClr val="F5EED6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697480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Rotas de Integração Sul-Americana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04672" y="3657600"/>
            <a:ext cx="3026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 está investindo nos corredores bioceânicos e nas rotas que ligam o país ao Pacífico — incluindo a conexão com o novo porto de Chancay. Infraestrutura física em curso; a camada digital de controle é o complemento natural.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1688" y="2468880"/>
            <a:ext cx="3538728" cy="3749040"/>
          </a:xfrm>
          <a:prstGeom prst="roundRect">
            <a:avLst>
              <a:gd name="adj" fmla="val 3101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697480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Europa vai exigir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617720" y="3657600"/>
            <a:ext cx="3026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2027, a União Europeia exige passaporte digital de produto — começando por baterias e chegando a têxteis, metais e eletrônicos. Todo exportador brasileiro precisará de identidade digital certificada.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74736" y="2468880"/>
            <a:ext cx="3538728" cy="3749040"/>
          </a:xfrm>
          <a:prstGeom prst="roundRect">
            <a:avLst>
              <a:gd name="adj" fmla="val 3101"/>
            </a:avLst>
          </a:prstGeom>
          <a:solidFill>
            <a:srgbClr val="E9F0EC"/>
          </a:solidFill>
          <a:ln/>
        </p:spPr>
      </p:sp>
      <p:sp>
        <p:nvSpPr>
          <p:cNvPr id="11" name="Text 9"/>
          <p:cNvSpPr/>
          <p:nvPr/>
        </p:nvSpPr>
        <p:spPr>
          <a:xfrm>
            <a:off x="8430768" y="2697480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5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América Latina está vaga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430768" y="3657600"/>
            <a:ext cx="3026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China, África Oriental e Eurásia já têm sistemas regionais de controle de cargas. A América Latina não tem nenhum. O Brasil pode ser a âncora de confiança do continente — via Mercosul.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público, mercado aberto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38728" cy="3977640"/>
          </a:xfrm>
          <a:prstGeom prst="roundRect">
            <a:avLst>
              <a:gd name="adj" fmla="val 3101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33172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Casa da Moeda faz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32004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padrão técnico e a marca nacional de conformidade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e registra as identidades seguras de produtos, lacres e cargas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o registro nacional: personalização, auditoria, revogação e consulta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1688" y="2103120"/>
            <a:ext cx="3538728" cy="3977640"/>
          </a:xfrm>
          <a:prstGeom prst="roundRect">
            <a:avLst>
              <a:gd name="adj" fmla="val 3101"/>
            </a:avLst>
          </a:prstGeom>
          <a:solidFill>
            <a:srgbClr val="E9F0EC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33172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 faz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32004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 lacres, etiquetas e leitores — qualquer empresa, nacional ou estrangeira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por preço e inovação dentro do padrão único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a certificação aos seus sistemas e serviços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74736" y="2103120"/>
            <a:ext cx="3538728" cy="3977640"/>
          </a:xfrm>
          <a:prstGeom prst="roundRect">
            <a:avLst>
              <a:gd name="adj" fmla="val 3101"/>
            </a:avLst>
          </a:prstGeom>
          <a:solidFill>
            <a:srgbClr val="F5EED6"/>
          </a:solidFill>
          <a:ln/>
        </p:spPr>
      </p:sp>
      <p:sp>
        <p:nvSpPr>
          <p:cNvPr id="11" name="Text 9"/>
          <p:cNvSpPr/>
          <p:nvPr/>
        </p:nvSpPr>
        <p:spPr>
          <a:xfrm>
            <a:off x="8430768" y="233172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órgãos mantêm seus papéis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30768" y="32004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Inmetro acredita laboratórios; Anatel homologa equipamentos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 responde pela certificação digital ICP-Brasil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Receita, ANTT, ANM e portos definem as regras de cada setor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perde competência. O país ganha o controle.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GANHOS PARA O PAÍS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dividendos de uma decisão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9F0EC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304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Arrecadação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Selos e rastreio elevam a receita sem criar imposto: +US$ 133 mi/ano na Califórnia, +18% no Quênia. No Brasil, o potencial é bilionário.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5EED6"/>
          </a:solidFill>
          <a:ln/>
        </p:spPr>
      </p:sp>
      <p:sp>
        <p:nvSpPr>
          <p:cNvPr id="8" name="Text 6"/>
          <p:cNvSpPr/>
          <p:nvPr/>
        </p:nvSpPr>
        <p:spPr>
          <a:xfrm>
            <a:off x="6510528" y="2304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Logística competitiva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10528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inspeção repetida, menos fila, menos perda e menos roubo de carga: fronteiras que liberam em minutos e corredores monitorados de ponta a ponta.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9F0EC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453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Exportações protegidas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1248" y="4983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digital de produto para atender a Europa desde o primeiro dia — vantagem competitiva para o agro e a indústria.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42519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5EED6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4453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Indústria nacional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10528" y="4983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Etiquetas, leitores e software puxados por uma demanda âncora — com transferência de tecnologia e parceiros nacionais crescendo junto.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INSTITUIR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plano em cinco movimentos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5798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2121408"/>
            <a:ext cx="8732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conceito  —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do grupo de transição: o controle logístico da circulação nacional de mercadorias como política de Estado, ancorado na Casa da Moeda.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378440" y="22402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10378440" y="22677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5409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3017520"/>
            <a:ext cx="8732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Instituir o esquema nacional  —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trabalho + acordos com Inmetro, ITI, Anatel, Receita e ANTT + especificação técnica pública, aberta e multifornecedor.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78440" y="313639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378440" y="316382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5020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63040" y="3913632"/>
            <a:ext cx="8732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em corredor real  —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lacres e rastreio num corredor logístico (porto–rodovia), com vários fornecedores e metas medidas de forma independente.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378440" y="4032504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378440" y="405993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2027–28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91456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463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463040" y="4809744"/>
            <a:ext cx="8732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por setor e modal  —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para bebidas, combustíveis, medicamentos, minérios e cargas em geral — cada setor por ato do seu regulador.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378440" y="492861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23" name="Text 21"/>
          <p:cNvSpPr/>
          <p:nvPr/>
        </p:nvSpPr>
        <p:spPr>
          <a:xfrm>
            <a:off x="10378440" y="49560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2028–29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687568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74243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463040" y="5705856"/>
            <a:ext cx="8732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Liderar a região  — 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o padrão ao Mercosul, às Rotas de Integração Sul-Americana e aos corredores bioceânicos, no modelo do tratado eurasiático.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378440" y="582472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28" name="Text 26"/>
          <p:cNvSpPr/>
          <p:nvPr/>
        </p:nvSpPr>
        <p:spPr>
          <a:xfrm>
            <a:off x="10378440" y="58521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2029–30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89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controla a circulação,</a:t>
            </a:r>
            <a:endParaRPr lang="en-US" sz="4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protege a economia.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58952" y="39319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D9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controle logístico da circulação nacional de mercadorias é o caminho comprovado da Alemanha, da Coreia, da China e da Eurásia — e o Brasil tem, na Casa da Moeda, a certificadora para executá-lo, com padrão público e mercado aberto.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548640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55961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aprovar o conceito e instituir o grupo de trabalho do Controle Logístico Nacional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2026-07-17T20:59:24Z</dcterms:created>
  <dcterms:modified xsi:type="dcterms:W3CDTF">2026-07-17T20:59:24Z</dcterms:modified>
</cp:coreProperties>
</file>